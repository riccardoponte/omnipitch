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Avalon City FC</c:v>
                </c:pt>
              </c:strCache>
            </c:strRef>
          </c:tx>
          <c:spPr>
            <a:solidFill>
              <a:srgbClr val="00F2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15'</c:v>
                  </c:pt>
                  <c:pt idx="1">
                    <c:v>30'</c:v>
                  </c:pt>
                  <c:pt idx="2">
                    <c:v>45'</c:v>
                  </c:pt>
                  <c:pt idx="3">
                    <c:v>60'</c:v>
                  </c:pt>
                  <c:pt idx="4">
                    <c:v>75'</c:v>
                  </c:pt>
                  <c:pt idx="5">
                    <c:v>90'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68</c:v>
                </c:pt>
                <c:pt idx="2">
                  <c:v>55</c:v>
                </c:pt>
                <c:pt idx="3">
                  <c:v>74</c:v>
                </c:pt>
                <c:pt idx="4">
                  <c:v>62</c:v>
                </c:pt>
                <c:pt idx="5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Solaria Rovers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15'</c:v>
                  </c:pt>
                  <c:pt idx="1">
                    <c:v>30'</c:v>
                  </c:pt>
                  <c:pt idx="2">
                    <c:v>45'</c:v>
                  </c:pt>
                  <c:pt idx="3">
                    <c:v>60'</c:v>
                  </c:pt>
                  <c:pt idx="4">
                    <c:v>75'</c:v>
                  </c:pt>
                  <c:pt idx="5">
                    <c:v>90'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45</c:v>
                </c:pt>
                <c:pt idx="2">
                  <c:v>60</c:v>
                </c:pt>
                <c:pt idx="3">
                  <c:v>48</c:v>
                </c:pt>
                <c:pt idx="4">
                  <c:v>70</c:v>
                </c:pt>
                <c:pt idx="5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day esteemed judges. Welcome to OmniPitch, a personalized synthetic match intelligence platform developed for the Microsoft and Premier League Hackathon. OmniPitch bridges the gap between raw match data and deep, understandable football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sports broadcasting faces three fundamental bottlenecks: a generic broadcast feed that doesn't adapt to whether a fan or an analyst is watching, the dangerous hallucination risk of ungrounded LLMs, and fragmented data architectures. OmniPitch solves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Rather than a monolithic prompt, OmniPitch implements a cooperative multi-agent architecture with a shared episodic blackboard. Crucially, the Grounding Verifier Agent reviews every narrative against the underlying telemetry event IDs, ensuring mathematical factual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OmniPitch is built natively on the Microsoft AI stack. It connects Microsoft AI Foundry for reasoning, exposes Model Context Protocol tools for Microsoft Copilot, exports high-dimensional match tables directly into Microsoft Fabric Lakehouse, and packages cleanly with Azure Bicep.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frontend user interface features the Pro Match Intelligence Center: interactive attack momentum graphs, head-to-head statistics, algorithmic player ratings, xG shot maps, and an instant match report export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OmniPitch is built with absolute engineering rigor. It uses 100% synthetic data with zero copyright entanglements, passes 23 unit and integration tests in under two seconds, and strictly observes enterprise security practices.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OmniPitch demonstrates how Microsoft AI can transform synthetic sports data into verifiable, personalized, broadcast-grade intelligence. It meets and exceeds every hackathon criteria.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&amp; PREMIER LEAGUE HACKATHON  |  GRAND PRIZE SUBMISSION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OmniPitch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Synthetic Match Intelligence on Microsoft AI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7680960" cy="114300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high-frequency synthetic football telemetry into explainable tactical intelligence, automated multi-persona broadcast narratives, and longitudinal performance analytics—grounded by an anti-hallucination verification auditor and powered by Microsoft AI Foundry, Fabric Lakehouse, and MCP.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1783080" cy="10515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 Collaboration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97480" y="3566160"/>
            <a:ext cx="1783080" cy="10515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3657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4069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Physics Data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97480" y="4297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Copyright Footprint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3566160"/>
            <a:ext cx="1783080" cy="10515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657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10ms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4069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4297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Cloud Fallback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29400" y="3566160"/>
            <a:ext cx="1783080" cy="10515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657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9400" y="4069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29400" y="4297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Production Ready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Sports Analytics Fall Short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468880" cy="320040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246888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One-Size-Fits-All Broadcasts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graphics today are static. Casual fans get overwhelmed by raw stats like pass completion %, while tactical analysts lack deep context on defensive compactness and packing rate.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468880" cy="320040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325880"/>
            <a:ext cx="24688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LLM Hallucination Risk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applied naively to live sports fabricates events, scores, and player actions. Live broadcasting cannot tolerate unverified narratives during high-stakes matches.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1325880"/>
            <a:ext cx="2468880" cy="320040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325880"/>
            <a:ext cx="24688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Disconnected Data Silos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coordinate telemetry, physical sprint data, and qualitative match reports live in disparate tools (Hudl, WyScout, Opta), requiring manual curation and hours of post-match review.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PILLAR 1: MULTI-AGENT REASONING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Multi-Agent System &amp; Verifier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5943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904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0" y="14721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Analyst Agent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89120" y="14721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Control vs Chaos gauge, territorial dominance, and pressing compactness.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002536"/>
            <a:ext cx="7680960" cy="5943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671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Focus Agent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8912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longitudinal sprints (&gt;25 km/h), physical strain, and spatial pitch heatmaps.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679192"/>
            <a:ext cx="7680960" cy="5943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437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825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 Agent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0" y="28254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Tailors commentary dynamically for Analyst vs Casual Fan in 4 languages (EN, IT, ES, DE).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355848"/>
            <a:ext cx="7680960" cy="5943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20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0" y="3502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Verifier Agent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89120" y="3502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auditor. Math-checks claims against exact event telemetry IDs (EVT-XXXX).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032504"/>
            <a:ext cx="7680960" cy="5943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970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4178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Broadcaster Overlay Agent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0" y="4178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synchronized, low-latency JSON payloads for live TV and streaming overlays.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PILLAR 2: MICROSOFT ECOSYSTEM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Microsoft Cloud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749040" cy="15087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AI Foundry &amp; Azure OpenAI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GPT-4o for real-time narrative synthesis with integrated OpenTelemetry tracing, latency profiling, and graceful local fallback.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749040" cy="15087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INTEGRATION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MCP server implementation allowing Microsoft Copilot Studio and autonomous agents to query live match intelligence via standardized tools.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3749040" cy="15087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08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Lakehouse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Delta Lake export engine populating fact_match_events and dim_player_physical_summary tables for long-term analytical intelligence.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749040" cy="150876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108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Bicep IaC &amp; Container Apps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7033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infrastructure as code provisioning Container Apps, Cosmos DB, and Event Hubs with automated GitHub Actions CI/CD pipelines.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PILLAR 3: USER EXPERIENCE &amp;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Match Intelligence Center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749040" cy="320040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Broadcast Capabilities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Momentum Graph: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Minute-by-minute dominance bar chart with key match events.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Analytics: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xG, possession %, shots, and tackles won.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Player Ratings: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 algorithmic rating system with automated MVP spotlight.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Shot Map: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half-pitch chart scaled by xG and shot speed in km/h.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System Switcher: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formation repositioning (4-3-3, 4-2-3-1, 3-5-2).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Whistle Engine: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synthesis for kickoffs and major momentum shifts.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3749040" cy="320040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Attack Momentum (Sample)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754880" y="1828800"/>
          <a:ext cx="35661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EXCELLENCE &amp; COMPLIANCE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Synthetic, Tested &amp; Production Ready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468880" cy="320040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COPYRIGHT 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Synthetic Football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adheres to hackathon guidelines. Teams (Avalon City FC vs Solaria Rovers) and players are generated via a physics-based, seeded stochastic engine with spatial coordinates, pass difficulties, and stamina models.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468880" cy="320040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5544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GREEN SUITE (&lt; 2S)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2044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Automated Pytest Tests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4231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multi-agent orchestration, grounding verifiers, xG mathematics, attack momentum, player ratings, FastAPI endpoints, and Microsoft Fabric lakehouse table schema validation.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325880"/>
            <a:ext cx="2468880" cy="320040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5544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Secrets Security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4231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environment separation via .env.example, Azure Key Vault integration, and no hardcoded credentials. Ready for enterprise compliance review.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OmniPitch Deserves the Grand Prize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3200400"/>
          </a:xfrm>
          <a:prstGeom prst="rect">
            <a:avLst/>
          </a:prstGeom>
          <a:solidFill>
            <a:srgbClr val="12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37160" cy="411480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5087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Multi-Agent Innovation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collaborative agents with shared blackboard memory and mathematical anti-hallucination verification.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137160" cy="411480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945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Microsoft AI Stack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423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across Microsoft AI Foundry (GPT-4o), Fabric Lakehouse, MCP for Copilot, and Azure Bicep IaC.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137160" cy="411480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8803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Broadcast 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1089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 data into high-engagement narratives for casual fans and high-density telemetry for technical staff.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611880"/>
            <a:ext cx="137160" cy="411480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5661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Software Standards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7947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SSE streaming, responsive dark stadium UI, Web Audio synthesis, and 23/23 passing automated tests.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Explore the live interactive dashboard: http://localhost:8000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7</Slides>
	<Notes>7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7</vt:i4></vt:variant>
		</vt:vector>
	</HeadingPairs>
	<TitlesOfParts>
		<vt:vector size="10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
		</vt:vector>
	</TitlesOfParts>
	<Company>Microsoft & Premier League Hackathon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OmniPitch - Pitch Deck</dc:title>
  <dc:subject>PptxGenJS Presentation</dc:subject>
  <dc:creator>OmniPitch Engineering Team</dc:creator>
  <cp:lastModifiedBy>OmniPitch Engineering Team</cp:lastModifiedBy>
  <cp:revision>1</cp:revision>
  <dcterms:created xsi:type="dcterms:W3CDTF">2026-10-17T17:35:10Z</dcterms:created>
  <dcterms:modified xsi:type="dcterms:W3CDTF">2026-10-17T17:35:10Z</dcterms:modified>
</cp:coreProperties>
</file>